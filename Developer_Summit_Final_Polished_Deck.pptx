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2900" b="1">
                <a:solidFill>
                  <a:srgbClr val="0F172A"/>
                </a:solidFill>
              </a:defRPr>
            </a:pPr>
            <a:r>
              <a:t>Developer Summit 2026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>
                <a:solidFill>
                  <a:srgbClr val="334155"/>
                </a:solidFill>
              </a:defRPr>
            </a:pPr>
            <a:r>
              <a:t>AI-Native Engineering • Agentic Systems • Enterprise AI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900"/>
            </a:pPr>
            <a:r>
              <a:t>• The summit focused on moving AI from experimentation to production-grade enterprise systems.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900"/>
            </a:pPr>
            <a:r>
              <a:t>• Major themes included Agentic AI, MCP, RAG reliability, AI observability and AI-native architecture.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900"/>
            </a:pPr>
            <a:r>
              <a:t>• The industry direction is shifting toward governed AI platforms with operational maturity.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0F172A"/>
                </a:solidFill>
              </a:defRPr>
            </a:pPr>
            <a:r>
              <a:t>Day 1 – AI Native Foundations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0972800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Architecting for uncertainty, adaptability and AI-first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2563EB"/>
                </a:solidFill>
              </a:defRPr>
            </a:pPr>
            <a:r>
              <a:t>Key Sessions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Architecting for Unknown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Computer Programming is Dead, Long live AI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Third Generation Agentic AI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GPU + Ollama orchestration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LangChain4j &amp; Snowflake Cortex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3246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2563EB"/>
                </a:solidFill>
              </a:defRPr>
            </a:pPr>
            <a:r>
              <a:t>Strategic Insights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Architectures must optimize for change, not permanence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LLMs require grounding and deterministic workflows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AI infra is becoming GPU-centric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Agentic systems are evolving beyond chat interfaces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138159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2563EB"/>
                </a:solidFill>
              </a:defRPr>
            </a:pPr>
            <a:r>
              <a:t>Internal Adoption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Local LLM pilots with Ollama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AI engineering standards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Reusable prompt frameworks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AI-enabled developer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0F172A"/>
                </a:solidFill>
              </a:defRPr>
            </a:pPr>
            <a:r>
              <a:t>Day 2 – Production Grade AI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0972800" cy="41148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Transitioning from AI demos to reliable enterprise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6A34A"/>
                </a:solidFill>
              </a:defRPr>
            </a:pPr>
            <a:r>
              <a:t>Key Sessions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AI Inference at Scale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Architectural Decision Records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Agentic RAG in Production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MCP &amp; Intelligent Java Apps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System of Records for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6A34A"/>
                </a:solidFill>
              </a:defRPr>
            </a:pPr>
            <a:r>
              <a:t>Strategic Insights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RAG quality depends on retrieval evaluation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AI systems require observability and traceability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Governance becomes critical at scale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ADR preserves architecture intent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138159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16A34A"/>
                </a:solidFill>
              </a:defRPr>
            </a:pPr>
            <a:r>
              <a:t>Internal Adoption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AI observability stack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RAG evaluation pipelines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MCP experimentation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ADR adoption for AI initiatives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0F172A"/>
                </a:solidFill>
              </a:defRPr>
            </a:pPr>
            <a:r>
              <a:t>Day 3 – Enterprise Adoption &amp; Trust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0972800" cy="41148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40080" y="8961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Balancing innovation, operational maturity and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A580C"/>
                </a:solidFill>
              </a:defRPr>
            </a:pPr>
            <a:r>
              <a:t>Key Sessions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Intersection of Architecture &amp; AI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Spring AI + MCP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Overcoming Trust Deficit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Enterprise integration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3246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A580C"/>
                </a:solidFill>
              </a:defRPr>
            </a:pPr>
            <a:r>
              <a:t>Strategic Insights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Trust/testing remain biggest blockers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AI impacts the full SDLC lifecycle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Future systems combine agents + APIs + governance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Operational maturity determines success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5661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138159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EA580C"/>
                </a:solidFill>
              </a:defRPr>
            </a:pPr>
            <a:r>
              <a:t>Internal Adoption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Enterprise AI guardrails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Deployment standards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Internal AI enablement platform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50">
                <a:solidFill>
                  <a:srgbClr val="334155"/>
                </a:solidFill>
              </a:defRPr>
            </a:pPr>
            <a:r>
              <a:t>• Governance &amp; compliance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0F172A"/>
                </a:solidFill>
              </a:defRPr>
            </a:pPr>
            <a:r>
              <a:t>Key Takeaways &amp; Enterprise AI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16459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94360" y="2011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FFFFFF"/>
                </a:solidFill>
              </a:defRPr>
            </a:pPr>
            <a:r>
              <a:t>Pilot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Controlled AI use cases</a:t>
            </a:r>
            <a:br/>
            <a:r>
              <a:t>Internal productivity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828800"/>
            <a:ext cx="2560320" cy="16459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429000" y="2011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FFFFFF"/>
                </a:solidFill>
              </a:defRPr>
            </a:pPr>
            <a:r>
              <a:t>Platform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Reusable RAG &amp; agents</a:t>
            </a:r>
            <a:br/>
            <a:r>
              <a:t>Shared frameworks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560320" cy="1645920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263640" y="2011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FFFFFF"/>
                </a:solidFill>
              </a:defRPr>
            </a:pPr>
            <a:r>
              <a:t>Governance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Observability</a:t>
            </a:r>
            <a:br/>
            <a:r>
              <a:t>Evaluation</a:t>
            </a:r>
            <a:br/>
            <a:r>
              <a:t>AI SDLC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828800"/>
            <a:ext cx="2560320" cy="1645920"/>
          </a:xfrm>
          <a:prstGeom prst="round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098280" y="2011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FFFFFF"/>
                </a:solidFill>
              </a:defRPr>
            </a:pPr>
            <a:r>
              <a:t>Scale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Production AI</a:t>
            </a:r>
            <a:br/>
            <a:r>
              <a:t>Enterprise-wide adoption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/>
            </a:pPr>
            <a:r>
              <a:t>• AI adoption is now an engineering discipline, not just experimentation.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/>
            </a:pPr>
            <a:r>
              <a:t>• MCP and agentic systems are emerging as next-generation enterprise integration standards.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/>
            </a:pPr>
            <a:r>
              <a:t>• Observability, evaluation and governance will become mandatory for production AI.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500"/>
            </a:pPr>
            <a:r>
              <a:t>• Organizations that create reusable AI platforms will scale faster than isolated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